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7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5C90D-E936-4466-8272-B54C76ADCD3C}" v="8" dt="2026-10-08T06:33:37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tihub 03" userId="b2a0e37053ecd74e" providerId="LiveId" clId="{E0B2F529-6E3C-4053-911F-F043B18F24F2}"/>
    <pc:docChg chg="addSld delSld modSld">
      <pc:chgData name="mtihub 03" userId="b2a0e37053ecd74e" providerId="LiveId" clId="{E0B2F529-6E3C-4053-911F-F043B18F24F2}" dt="2026-10-08T06:33:37.909" v="110"/>
      <pc:docMkLst>
        <pc:docMk/>
      </pc:docMkLst>
      <pc:sldChg chg="modSp new mod">
        <pc:chgData name="mtihub 03" userId="b2a0e37053ecd74e" providerId="LiveId" clId="{E0B2F529-6E3C-4053-911F-F043B18F24F2}" dt="2026-09-21T09:45:12.473" v="101" actId="108"/>
        <pc:sldMkLst>
          <pc:docMk/>
          <pc:sldMk cId="2727883511" sldId="256"/>
        </pc:sldMkLst>
        <pc:spChg chg="mod">
          <ac:chgData name="mtihub 03" userId="b2a0e37053ecd74e" providerId="LiveId" clId="{E0B2F529-6E3C-4053-911F-F043B18F24F2}" dt="2026-09-21T09:45:05.640" v="100" actId="108"/>
          <ac:spMkLst>
            <pc:docMk/>
            <pc:sldMk cId="2727883511" sldId="256"/>
            <ac:spMk id="2" creationId="{26D08D52-5901-77A2-8685-E1A2338BFAE0}"/>
          </ac:spMkLst>
        </pc:spChg>
        <pc:spChg chg="mod">
          <ac:chgData name="mtihub 03" userId="b2a0e37053ecd74e" providerId="LiveId" clId="{E0B2F529-6E3C-4053-911F-F043B18F24F2}" dt="2026-09-21T09:45:12.473" v="101" actId="108"/>
          <ac:spMkLst>
            <pc:docMk/>
            <pc:sldMk cId="2727883511" sldId="256"/>
            <ac:spMk id="3" creationId="{7FF827F7-6CE2-1D98-54F4-7E04D97BB9EC}"/>
          </ac:spMkLst>
        </pc:spChg>
      </pc:sldChg>
      <pc:sldChg chg="modSp new mod">
        <pc:chgData name="mtihub 03" userId="b2a0e37053ecd74e" providerId="LiveId" clId="{E0B2F529-6E3C-4053-911F-F043B18F24F2}" dt="2026-10-08T06:32:27.598" v="103"/>
        <pc:sldMkLst>
          <pc:docMk/>
          <pc:sldMk cId="4037555289" sldId="257"/>
        </pc:sldMkLst>
        <pc:spChg chg="mod">
          <ac:chgData name="mtihub 03" userId="b2a0e37053ecd74e" providerId="LiveId" clId="{E0B2F529-6E3C-4053-911F-F043B18F24F2}" dt="2026-10-08T06:32:11.586" v="102"/>
          <ac:spMkLst>
            <pc:docMk/>
            <pc:sldMk cId="4037555289" sldId="257"/>
            <ac:spMk id="2" creationId="{9A7CFC8B-2019-DDA6-4935-5E297CDF38BD}"/>
          </ac:spMkLst>
        </pc:spChg>
        <pc:spChg chg="mod">
          <ac:chgData name="mtihub 03" userId="b2a0e37053ecd74e" providerId="LiveId" clId="{E0B2F529-6E3C-4053-911F-F043B18F24F2}" dt="2026-10-08T06:32:27.598" v="103"/>
          <ac:spMkLst>
            <pc:docMk/>
            <pc:sldMk cId="4037555289" sldId="257"/>
            <ac:spMk id="3" creationId="{D1D16EB4-AE9D-9544-345B-0E42EFF1C4BD}"/>
          </ac:spMkLst>
        </pc:spChg>
      </pc:sldChg>
      <pc:sldChg chg="modSp new">
        <pc:chgData name="mtihub 03" userId="b2a0e37053ecd74e" providerId="LiveId" clId="{E0B2F529-6E3C-4053-911F-F043B18F24F2}" dt="2026-10-08T06:32:47.538" v="105"/>
        <pc:sldMkLst>
          <pc:docMk/>
          <pc:sldMk cId="2001526492" sldId="258"/>
        </pc:sldMkLst>
        <pc:spChg chg="mod">
          <ac:chgData name="mtihub 03" userId="b2a0e37053ecd74e" providerId="LiveId" clId="{E0B2F529-6E3C-4053-911F-F043B18F24F2}" dt="2026-10-08T06:32:37.749" v="104"/>
          <ac:spMkLst>
            <pc:docMk/>
            <pc:sldMk cId="2001526492" sldId="258"/>
            <ac:spMk id="2" creationId="{19805C93-41B5-C754-81DB-EE8531563F52}"/>
          </ac:spMkLst>
        </pc:spChg>
        <pc:spChg chg="mod">
          <ac:chgData name="mtihub 03" userId="b2a0e37053ecd74e" providerId="LiveId" clId="{E0B2F529-6E3C-4053-911F-F043B18F24F2}" dt="2026-10-08T06:32:47.538" v="105"/>
          <ac:spMkLst>
            <pc:docMk/>
            <pc:sldMk cId="2001526492" sldId="258"/>
            <ac:spMk id="3" creationId="{16919D3D-A049-B84E-67AC-AB57DA70FA5A}"/>
          </ac:spMkLst>
        </pc:spChg>
      </pc:sldChg>
      <pc:sldChg chg="modSp new">
        <pc:chgData name="mtihub 03" userId="b2a0e37053ecd74e" providerId="LiveId" clId="{E0B2F529-6E3C-4053-911F-F043B18F24F2}" dt="2026-10-08T06:33:12.799" v="107"/>
        <pc:sldMkLst>
          <pc:docMk/>
          <pc:sldMk cId="1038637909" sldId="259"/>
        </pc:sldMkLst>
        <pc:spChg chg="mod">
          <ac:chgData name="mtihub 03" userId="b2a0e37053ecd74e" providerId="LiveId" clId="{E0B2F529-6E3C-4053-911F-F043B18F24F2}" dt="2026-10-08T06:33:02.859" v="106"/>
          <ac:spMkLst>
            <pc:docMk/>
            <pc:sldMk cId="1038637909" sldId="259"/>
            <ac:spMk id="2" creationId="{BDCFBAE4-0E08-D233-F60D-E3B0C084E919}"/>
          </ac:spMkLst>
        </pc:spChg>
        <pc:spChg chg="mod">
          <ac:chgData name="mtihub 03" userId="b2a0e37053ecd74e" providerId="LiveId" clId="{E0B2F529-6E3C-4053-911F-F043B18F24F2}" dt="2026-10-08T06:33:12.799" v="107"/>
          <ac:spMkLst>
            <pc:docMk/>
            <pc:sldMk cId="1038637909" sldId="259"/>
            <ac:spMk id="3" creationId="{22D7BEFE-A24B-7950-82BF-7B506A5F3535}"/>
          </ac:spMkLst>
        </pc:spChg>
      </pc:sldChg>
      <pc:sldChg chg="modSp add">
        <pc:chgData name="mtihub 03" userId="b2a0e37053ecd74e" providerId="LiveId" clId="{E0B2F529-6E3C-4053-911F-F043B18F24F2}" dt="2026-10-08T06:33:37.909" v="110"/>
        <pc:sldMkLst>
          <pc:docMk/>
          <pc:sldMk cId="3918365554" sldId="260"/>
        </pc:sldMkLst>
        <pc:spChg chg="mod">
          <ac:chgData name="mtihub 03" userId="b2a0e37053ecd74e" providerId="LiveId" clId="{E0B2F529-6E3C-4053-911F-F043B18F24F2}" dt="2026-10-08T06:33:28.578" v="109"/>
          <ac:spMkLst>
            <pc:docMk/>
            <pc:sldMk cId="3918365554" sldId="260"/>
            <ac:spMk id="2" creationId="{95A2CC89-41F8-C644-F6C2-A110AE2793C8}"/>
          </ac:spMkLst>
        </pc:spChg>
        <pc:spChg chg="mod">
          <ac:chgData name="mtihub 03" userId="b2a0e37053ecd74e" providerId="LiveId" clId="{E0B2F529-6E3C-4053-911F-F043B18F24F2}" dt="2026-10-08T06:33:37.909" v="110"/>
          <ac:spMkLst>
            <pc:docMk/>
            <pc:sldMk cId="3918365554" sldId="260"/>
            <ac:spMk id="3" creationId="{870111ED-C5BD-1DAD-AA9C-11FB47736A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FE-1D3F-F84D-F089-95B314F05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8E8BA-8BCD-678B-92FF-18E49689C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FD65E-BAD4-E8E4-A35D-15AACE70F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E43CE-D765-6B4E-22C4-29D66736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5DA7F-D889-8528-F948-EB040E98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72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D4B6-8044-9AC8-8C1C-DA81F192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7958E-FF68-2C8A-8356-5883C50C6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E8A5C-B29A-4947-F1C6-6842898B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87AC1-D186-A983-5BBE-40EBAA3D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87B7B-E486-5AB2-08E5-5F0C4A19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29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4A9D-8AC4-F323-5809-8E3C89D8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5A2E5-9BC4-3F26-C2B4-3CA330218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851F6-E7CE-B7EE-A273-9B0D7B9E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8A169-11F8-C09E-0703-6BB1DA02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D133B-BAC7-FEBE-F059-ADF26B50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4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59AF-9C0B-1FF5-0AA1-39532478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68A0-FF88-4247-DD68-14FE82922A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0A187-610E-0D9D-303A-0DD5A6C2D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8010F-C6BA-2B4E-4534-BD051D16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BB85-E018-8F76-E575-98AFD1B07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90210-ACE2-71F9-53AE-627FC37F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23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66619-54E3-2BB4-544C-765827681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56E69-DEE4-C0E6-FF94-DDCA174C6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2BDA1-94B5-F6E9-C9BF-8760450F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22BF8-5FBC-4307-6859-FCF53D8B8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A891D-5E01-2C19-79A0-8F9F3578A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71E85-369F-D87F-E281-4986E294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263BD-8FA4-1D42-4669-78A6CBC1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FE968-38B0-BC48-47B9-0A03E877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77CF-8EAC-E992-D9C5-24319AAF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36364-F9A0-5D76-09D1-3CC0C6D7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FC85A-8C60-3262-6893-8ECD14EF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E5900-FCA0-0987-A495-0CDD35AF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41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7E7E93-4BB8-D79D-550B-94F722CA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266AE-4CD5-2D46-996E-0EA399CC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D58E2-9FD6-A1D4-5674-11FBE28D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79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D559-1D68-1121-EF23-59B40C42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86FB1-221F-5356-D664-BB7E79D4D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E0EB3-E570-8D65-FFC5-3312BC041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B3E01-663C-E78F-4E55-E3AFE240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88E72-7746-CF4E-3C97-D3554909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374EA-0291-95C3-90BF-971EFCD5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07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B9DC-5E04-C391-99A1-98A108103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48B0B-EB9A-17F5-71D3-C2401F4C6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D1E44-3E99-1356-4BD1-F73278DD7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9A706-3CE3-1C68-1BB2-23D0BA97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50CAF-7001-7720-B730-97E94E01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8D17D-B872-648A-4A8A-37B0F20A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45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BC78-6534-2C38-F710-F7EAB048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04703-8F4F-6D3E-F383-C00C7945C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D6DBC-8949-A0B5-0E42-5809CD04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5D4C4-9441-3A23-AE6D-3A58B46D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0533A-EBFB-D24F-2954-D64AC874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417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172DA-5B35-E19F-BFCA-FB8BC4653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88C5A-AD80-376A-6BD7-916ABE9FF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5AE4E-FEDC-79C7-5426-8021E87E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1611C-8830-7EF4-10FA-19BC9404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4C4CC-EDBC-F792-DBA4-AB1AF342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80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C487C-AE3E-2939-4220-0A0E9784B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D3E1B-9E5E-8BFF-041F-720D5DC71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C171C-2397-2A42-5976-92BFD4641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E98A5-0DB8-40EF-9273-1C52098616B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CA24A-AEA5-3362-FD79-CC85370E9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237A6-EF3C-9806-150A-51E195640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9790C-3A4A-468A-92D2-42C783BEF0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206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08D52-5901-77A2-8685-E1A2338BF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US" sz="4400" b="1" dirty="0"/>
              <a:t>Problem Statement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827F7-6CE2-1D98-54F4-7E04D97BB9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Team Number </a:t>
            </a:r>
          </a:p>
          <a:p>
            <a:r>
              <a:rPr lang="en-US" sz="2800" dirty="0"/>
              <a:t>Team Name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2788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FC8B-2019-DDA6-4935-5E297CDF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16EB4-AE9D-9544-345B-0E42EFF1C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Your proposed solution or your proposed model developed during the hackathon</a:t>
            </a:r>
          </a:p>
        </p:txBody>
      </p:sp>
    </p:spTree>
    <p:extLst>
      <p:ext uri="{BB962C8B-B14F-4D97-AF65-F5344CB8AC3E}">
        <p14:creationId xmlns:p14="http://schemas.microsoft.com/office/powerpoint/2010/main" val="4037555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5A31-AD87-C50B-CE9F-15C191F5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CC89-41F8-C644-F6C2-A110AE27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Novelty/Uniqueness &amp; Competitive Advantage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11ED-C5BD-1DAD-AA9C-11FB47736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anva Sans" panose="020B0604020202020204" charset="0"/>
                <a:cs typeface="Poppins" panose="00000500000000000000" pitchFamily="2" charset="0"/>
              </a:rPr>
              <a:t>The </a:t>
            </a:r>
            <a:r>
              <a:rPr lang="en-IN" b="1" dirty="0">
                <a:latin typeface="Canva Sans" panose="020B0604020202020204" charset="0"/>
                <a:cs typeface="Poppins" panose="00000500000000000000" pitchFamily="2" charset="0"/>
              </a:rPr>
              <a:t>uniqueness</a:t>
            </a:r>
            <a:r>
              <a:rPr lang="en-IN" dirty="0">
                <a:latin typeface="Canva Sans" panose="020B0604020202020204" charset="0"/>
                <a:cs typeface="Poppins" panose="00000500000000000000" pitchFamily="2" charset="0"/>
              </a:rPr>
              <a:t>, </a:t>
            </a:r>
            <a:r>
              <a:rPr lang="en-IN" b="1" dirty="0">
                <a:latin typeface="Canva Sans" panose="020B0604020202020204" charset="0"/>
                <a:cs typeface="Poppins" panose="00000500000000000000" pitchFamily="2" charset="0"/>
              </a:rPr>
              <a:t>Innovative element.</a:t>
            </a:r>
            <a:endParaRPr lang="en-IN" dirty="0"/>
          </a:p>
          <a:p>
            <a:r>
              <a:rPr lang="en-IN" dirty="0"/>
              <a:t>Degree to which the solution offers a distinctive advantage over existing solutions or approaches.</a:t>
            </a:r>
          </a:p>
        </p:txBody>
      </p:sp>
    </p:spTree>
    <p:extLst>
      <p:ext uri="{BB962C8B-B14F-4D97-AF65-F5344CB8AC3E}">
        <p14:creationId xmlns:p14="http://schemas.microsoft.com/office/powerpoint/2010/main" val="391836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1FA1-6564-0FDF-47BD-83A88AEB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A68D9BC-FBAD-9EE1-45FE-515B0DD4E5FA}"/>
              </a:ext>
            </a:extLst>
          </p:cNvPr>
          <p:cNvSpPr txBox="1"/>
          <p:nvPr/>
        </p:nvSpPr>
        <p:spPr>
          <a:xfrm>
            <a:off x="1071753" y="1397000"/>
            <a:ext cx="10048493" cy="319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Canva Sans"/>
              </a:rPr>
              <a:t>Highlight</a:t>
            </a:r>
          </a:p>
          <a:p>
            <a:pPr>
              <a:lnSpc>
                <a:spcPts val="3360"/>
              </a:lnSpc>
              <a:spcBef>
                <a:spcPct val="0"/>
              </a:spcBef>
            </a:pPr>
            <a:endParaRPr lang="en-US" sz="2399" dirty="0">
              <a:solidFill>
                <a:srgbClr val="000000"/>
              </a:solidFill>
              <a:latin typeface="Canva Sans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399" dirty="0">
                <a:solidFill>
                  <a:srgbClr val="000000"/>
                </a:solidFill>
                <a:latin typeface="Canva Sans"/>
              </a:rPr>
              <a:t>How It Works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399" dirty="0">
                <a:solidFill>
                  <a:srgbClr val="000000"/>
                </a:solidFill>
                <a:latin typeface="Canva Sans"/>
              </a:rPr>
              <a:t>Product Features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399" dirty="0">
                <a:solidFill>
                  <a:srgbClr val="000000"/>
                </a:solidFill>
                <a:latin typeface="Canva Sans"/>
              </a:rPr>
              <a:t>Product Process </a:t>
            </a:r>
          </a:p>
          <a:p>
            <a:pPr>
              <a:lnSpc>
                <a:spcPts val="3360"/>
              </a:lnSpc>
              <a:spcBef>
                <a:spcPct val="0"/>
              </a:spcBef>
            </a:pPr>
            <a:endParaRPr lang="en-US" sz="2399" dirty="0">
              <a:solidFill>
                <a:srgbClr val="000000"/>
              </a:solidFill>
              <a:latin typeface="Canva Sans"/>
            </a:endParaRPr>
          </a:p>
          <a:p>
            <a:pPr>
              <a:lnSpc>
                <a:spcPts val="3360"/>
              </a:lnSpc>
              <a:spcBef>
                <a:spcPct val="0"/>
              </a:spcBef>
            </a:pPr>
            <a:endParaRPr lang="en-US" sz="2399" dirty="0">
              <a:solidFill>
                <a:srgbClr val="000000"/>
              </a:solidFill>
              <a:latin typeface="Canva Sans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9111F2C-C8EF-6DF1-D71B-9CB616F493C5}"/>
              </a:ext>
            </a:extLst>
          </p:cNvPr>
          <p:cNvSpPr txBox="1"/>
          <p:nvPr/>
        </p:nvSpPr>
        <p:spPr>
          <a:xfrm>
            <a:off x="2974142" y="584200"/>
            <a:ext cx="6243717" cy="56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3"/>
              </a:lnSpc>
              <a:spcBef>
                <a:spcPct val="0"/>
              </a:spcBef>
            </a:pPr>
            <a:r>
              <a:rPr lang="en-US" sz="4400" b="1" dirty="0">
                <a:latin typeface="+mj-lt"/>
                <a:ea typeface="+mj-ea"/>
                <a:cs typeface="+mj-cs"/>
              </a:rPr>
              <a:t>Product/Model Overview</a:t>
            </a:r>
          </a:p>
        </p:txBody>
      </p:sp>
    </p:spTree>
    <p:extLst>
      <p:ext uri="{BB962C8B-B14F-4D97-AF65-F5344CB8AC3E}">
        <p14:creationId xmlns:p14="http://schemas.microsoft.com/office/powerpoint/2010/main" val="2059327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58D7-E021-964C-9522-44734BD3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7D57-AFBE-653A-154F-5671A0DB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Model &amp; Sustainability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7C5A5-5C00-6BFE-5566-688DBE56E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Clarity of the proposed business or sustainability model and the ability to maintain the solution beyond the hackathon.</a:t>
            </a:r>
          </a:p>
          <a:p>
            <a:r>
              <a:rPr lang="en-IN" b="1" dirty="0"/>
              <a:t>Revenue Generation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50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5C93-41B5-C754-81DB-EE853156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Market Potential &amp; Scalability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19D3D-A049-B84E-67AC-AB57DA70F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Potential to serve a larger user base, expand to other departments/regions and develop into a scalable solution.</a:t>
            </a:r>
          </a:p>
        </p:txBody>
      </p:sp>
    </p:spTree>
    <p:extLst>
      <p:ext uri="{BB962C8B-B14F-4D97-AF65-F5344CB8AC3E}">
        <p14:creationId xmlns:p14="http://schemas.microsoft.com/office/powerpoint/2010/main" val="2001526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108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Canva Sans</vt:lpstr>
      <vt:lpstr>Wingdings</vt:lpstr>
      <vt:lpstr>Office Theme</vt:lpstr>
      <vt:lpstr>Problem Statement</vt:lpstr>
      <vt:lpstr>Solution</vt:lpstr>
      <vt:lpstr>Novelty/Uniqueness &amp; Competitive Advantage </vt:lpstr>
      <vt:lpstr>PowerPoint Presentation</vt:lpstr>
      <vt:lpstr>Business Model &amp; Sustainability</vt:lpstr>
      <vt:lpstr>Market Potential &amp; Scalability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mtihub 03</dc:creator>
  <cp:lastModifiedBy>LENOVO</cp:lastModifiedBy>
  <cp:revision>5</cp:revision>
  <dcterms:created xsi:type="dcterms:W3CDTF">2026-09-21T09:38:46Z</dcterms:created>
  <dcterms:modified xsi:type="dcterms:W3CDTF">2026-10-08T11:53:11Z</dcterms:modified>
</cp:coreProperties>
</file>